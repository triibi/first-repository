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AFF9"/>
    <a:srgbClr val="89E4DC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altLang="en-US">
                <a:cs typeface="+mj-lt"/>
                <a:sym typeface="+mn-ea"/>
              </a:rPr>
              <a:t>Создание сайта </a:t>
            </a:r>
            <a:br>
              <a:rPr lang="ru-RU" altLang="en-US">
                <a:cs typeface="+mj-lt"/>
                <a:sym typeface="+mn-ea"/>
              </a:rPr>
            </a:br>
            <a:r>
              <a:rPr lang="en-US" altLang="en-US">
                <a:cs typeface="+mj-lt"/>
                <a:sym typeface="+mn-ea"/>
              </a:rPr>
              <a:t>“Онлайн</a:t>
            </a:r>
            <a:r>
              <a:rPr lang="en-US" altLang="ru-RU">
                <a:cs typeface="+mj-lt"/>
                <a:sym typeface="+mn-ea"/>
              </a:rPr>
              <a:t> </a:t>
            </a:r>
            <a:r>
              <a:rPr lang="en-US" altLang="en-US">
                <a:cs typeface="+mj-lt"/>
                <a:sym typeface="+mn-ea"/>
              </a:rPr>
              <a:t>конструктор</a:t>
            </a:r>
            <a:r>
              <a:rPr lang="en-US" altLang="ru-RU">
                <a:cs typeface="+mj-lt"/>
                <a:sym typeface="+mn-ea"/>
              </a:rPr>
              <a:t> </a:t>
            </a:r>
            <a:r>
              <a:rPr lang="en-US" altLang="en-US">
                <a:cs typeface="+mj-lt"/>
                <a:sym typeface="+mn-ea"/>
              </a:rPr>
              <a:t>открыток”</a:t>
            </a:r>
            <a:endParaRPr lang="en-US">
              <a:cs typeface="+mj-l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31075" y="4051935"/>
            <a:ext cx="3493770" cy="1655445"/>
          </a:xfrm>
        </p:spPr>
        <p:txBody>
          <a:bodyPr>
            <a:normAutofit lnSpcReduction="20000"/>
          </a:bodyPr>
          <a:lstStyle/>
          <a:p>
            <a:pPr algn="r"/>
            <a:r>
              <a:rPr lang="ru-RU" altLang="en-US">
                <a:solidFill>
                  <a:schemeClr val="tx1"/>
                </a:solidFill>
              </a:rPr>
              <a:t>Авторы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endParaRPr lang="en-US" altLang="en-US">
              <a:solidFill>
                <a:schemeClr val="tx1"/>
              </a:solidFill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</a:rPr>
              <a:t>Бузилова Дарья</a:t>
            </a:r>
            <a:endParaRPr lang="ru-RU" altLang="en-US">
              <a:solidFill>
                <a:schemeClr val="tx1"/>
              </a:solidFill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</a:rPr>
              <a:t>Трефилова Карина</a:t>
            </a:r>
            <a:endParaRPr lang="ru-RU" altLang="en-US">
              <a:solidFill>
                <a:schemeClr val="tx1"/>
              </a:solidFill>
            </a:endParaRPr>
          </a:p>
          <a:p>
            <a:pPr algn="r"/>
            <a:r>
              <a:rPr lang="ru-RU" altLang="en-US">
                <a:solidFill>
                  <a:schemeClr val="tx1"/>
                </a:solidFill>
              </a:rPr>
              <a:t>Мохначёв Дмитрий</a:t>
            </a:r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>
            <a:alphaModFix amt="5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29285"/>
            <a:ext cx="10972800" cy="1081405"/>
          </a:xfrm>
        </p:spPr>
        <p:txBody>
          <a:bodyPr/>
          <a:p>
            <a:r>
              <a:rPr lang="ru-RU" altLang="en-US" sz="3200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</a:t>
            </a:r>
            <a:endParaRPr lang="ru-RU" altLang="en-US" sz="3200" b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2425700"/>
            <a:ext cx="10972800" cy="3376295"/>
          </a:xfrm>
        </p:spPr>
        <p:txBody>
          <a:bodyPr/>
          <a:p>
            <a:r>
              <a:rPr lang="ru-RU" altLang="en-US" sz="2800"/>
              <a:t>Создать </a:t>
            </a:r>
            <a:r>
              <a:rPr lang="en-US" altLang="ru-RU" sz="2800"/>
              <a:t>3-</a:t>
            </a:r>
            <a:r>
              <a:rPr lang="ru-RU" altLang="ru-RU" sz="2800"/>
              <a:t>х страничный </a:t>
            </a:r>
            <a:r>
              <a:rPr lang="ru-RU" altLang="en-US" sz="2800"/>
              <a:t>сайт </a:t>
            </a:r>
            <a:r>
              <a:rPr lang="en-US" altLang="en-US" sz="2800"/>
              <a:t>“Онлайн</a:t>
            </a:r>
            <a:r>
              <a:rPr lang="en-US" altLang="ru-RU" sz="2800"/>
              <a:t> </a:t>
            </a:r>
            <a:r>
              <a:rPr lang="en-US" altLang="en-US" sz="2800"/>
              <a:t>конструктор</a:t>
            </a:r>
            <a:r>
              <a:rPr lang="en-US" altLang="ru-RU" sz="2800"/>
              <a:t> </a:t>
            </a:r>
            <a:r>
              <a:rPr lang="en-US" altLang="en-US" sz="2800"/>
              <a:t>открыток”</a:t>
            </a:r>
            <a:r>
              <a:rPr lang="ru-RU" altLang="en-US" sz="2800"/>
              <a:t> ,позволяющий сделать свою собственную открытку друзьям или близким с пожеланиями и поздравлениями, написав код на </a:t>
            </a:r>
            <a:r>
              <a:rPr lang="en-US" altLang="ru-RU" sz="2800"/>
              <a:t>html, css </a:t>
            </a:r>
            <a:r>
              <a:rPr lang="ru-RU" altLang="ru-RU" sz="2800"/>
              <a:t>и </a:t>
            </a:r>
            <a:r>
              <a:rPr lang="en-US" altLang="ru-RU" sz="2800"/>
              <a:t>java script</a:t>
            </a:r>
            <a:endParaRPr lang="en-US" altLang="ru-RU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>
            <a:alphaModFix amt="4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49860"/>
            <a:ext cx="10972800" cy="861060"/>
          </a:xfrm>
        </p:spPr>
        <p:txBody>
          <a:bodyPr/>
          <a:p>
            <a:r>
              <a:rPr lang="ru-RU" altLang="en-US" sz="3200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</a:t>
            </a:r>
            <a:endParaRPr lang="ru-RU" altLang="en-US" sz="3200" b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247140"/>
            <a:ext cx="10972800" cy="5161280"/>
          </a:xfrm>
        </p:spPr>
        <p:txBody>
          <a:bodyPr/>
          <a:p>
            <a:pPr marL="0" indent="0">
              <a:buNone/>
            </a:pPr>
            <a:r>
              <a:rPr lang="en-US" altLang="en-US" sz="2400" b="1"/>
              <a:t>Спринт</a:t>
            </a:r>
            <a:r>
              <a:rPr lang="en-US" altLang="ru-RU" sz="2400" b="1"/>
              <a:t> 1: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 </a:t>
            </a:r>
            <a:r>
              <a:rPr lang="en-US" altLang="en-US" sz="2400"/>
              <a:t>Бэкенд</a:t>
            </a:r>
            <a:r>
              <a:rPr lang="en-US" altLang="ru-RU" sz="2400"/>
              <a:t> </a:t>
            </a:r>
            <a:r>
              <a:rPr lang="en-US" altLang="en-US" sz="2400"/>
              <a:t>разработка</a:t>
            </a:r>
            <a:endParaRPr lang="en-US" altLang="en-US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создать</a:t>
            </a:r>
            <a:r>
              <a:rPr lang="en-US" altLang="ru-RU" sz="2400"/>
              <a:t> </a:t>
            </a:r>
            <a:r>
              <a:rPr lang="en-US" altLang="en-US" sz="2400"/>
              <a:t>главную</a:t>
            </a:r>
            <a:r>
              <a:rPr lang="en-US" altLang="ru-RU" sz="2400"/>
              <a:t> </a:t>
            </a:r>
            <a:r>
              <a:rPr lang="en-US" altLang="en-US" sz="2400"/>
              <a:t>страницу</a:t>
            </a:r>
            <a:r>
              <a:rPr lang="en-US" altLang="ru-RU" sz="2400"/>
              <a:t> </a:t>
            </a:r>
            <a:r>
              <a:rPr lang="en-US" altLang="en-US" sz="2400"/>
              <a:t>сайта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дизайн</a:t>
            </a:r>
            <a:r>
              <a:rPr lang="en-US" altLang="ru-RU" sz="2400"/>
              <a:t> </a:t>
            </a:r>
            <a:r>
              <a:rPr lang="en-US" altLang="en-US" sz="2400"/>
              <a:t>всех</a:t>
            </a:r>
            <a:r>
              <a:rPr lang="en-US" altLang="ru-RU" sz="2400"/>
              <a:t> </a:t>
            </a:r>
            <a:r>
              <a:rPr lang="en-US" altLang="en-US" sz="2400"/>
              <a:t>страниц</a:t>
            </a:r>
            <a:r>
              <a:rPr lang="en-US" altLang="ru-RU" sz="2400"/>
              <a:t> </a:t>
            </a:r>
            <a:r>
              <a:rPr lang="en-US" altLang="en-US" sz="2400"/>
              <a:t>сайта</a:t>
            </a:r>
            <a:r>
              <a:rPr lang="en-US" altLang="ru-RU" sz="2400"/>
              <a:t> </a:t>
            </a:r>
            <a:endParaRPr lang="en-US" altLang="ru-RU" sz="2400"/>
          </a:p>
          <a:p>
            <a:pPr marL="0" indent="0">
              <a:buNone/>
            </a:pPr>
            <a:r>
              <a:rPr lang="en-US" altLang="en-US" sz="2400" b="1"/>
              <a:t>Спринт</a:t>
            </a:r>
            <a:r>
              <a:rPr lang="en-US" altLang="ru-RU" sz="2400" b="1"/>
              <a:t> 2: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создание</a:t>
            </a:r>
            <a:r>
              <a:rPr lang="en-US" altLang="ru-RU" sz="2400"/>
              <a:t> </a:t>
            </a:r>
            <a:r>
              <a:rPr lang="en-US" altLang="en-US" sz="2400"/>
              <a:t>всех</a:t>
            </a:r>
            <a:r>
              <a:rPr lang="en-US" altLang="ru-RU" sz="2400"/>
              <a:t> </a:t>
            </a:r>
            <a:r>
              <a:rPr lang="en-US" altLang="en-US" sz="2400"/>
              <a:t>страниц</a:t>
            </a:r>
            <a:r>
              <a:rPr lang="en-US" altLang="ru-RU" sz="2400"/>
              <a:t> </a:t>
            </a:r>
            <a:r>
              <a:rPr lang="en-US" altLang="en-US" sz="2400"/>
              <a:t>сайта</a:t>
            </a:r>
            <a:r>
              <a:rPr lang="en-US" altLang="ru-RU" sz="2400"/>
              <a:t> 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тестирование</a:t>
            </a:r>
            <a:r>
              <a:rPr lang="en-US" altLang="ru-RU" sz="2400"/>
              <a:t> </a:t>
            </a:r>
            <a:r>
              <a:rPr lang="en-US" altLang="en-US" sz="2400"/>
              <a:t>кнопок</a:t>
            </a:r>
            <a:r>
              <a:rPr lang="en-US" altLang="ru-RU" sz="2400"/>
              <a:t>, </a:t>
            </a:r>
            <a:r>
              <a:rPr lang="en-US" altLang="en-US" sz="2400"/>
              <a:t>создание</a:t>
            </a:r>
            <a:r>
              <a:rPr lang="en-US" altLang="ru-RU" sz="2400"/>
              <a:t> </a:t>
            </a:r>
            <a:r>
              <a:rPr lang="en-US" altLang="en-US" sz="2400"/>
              <a:t>открытки</a:t>
            </a:r>
            <a:r>
              <a:rPr lang="en-US" altLang="ru-RU" sz="2400"/>
              <a:t>, </a:t>
            </a:r>
            <a:r>
              <a:rPr lang="en-US" altLang="en-US" sz="2400"/>
              <a:t>фильтров</a:t>
            </a:r>
            <a:r>
              <a:rPr lang="en-US" altLang="ru-RU" sz="2400"/>
              <a:t> </a:t>
            </a:r>
            <a:endParaRPr lang="en-US" altLang="ru-RU" sz="2400"/>
          </a:p>
          <a:p>
            <a:pPr marL="0" indent="0">
              <a:buNone/>
            </a:pPr>
            <a:r>
              <a:rPr lang="en-US" altLang="en-US" sz="2400" b="1"/>
              <a:t>Спринт</a:t>
            </a:r>
            <a:r>
              <a:rPr lang="en-US" altLang="ru-RU" sz="2400" b="1"/>
              <a:t> 3: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тестирование</a:t>
            </a:r>
            <a:r>
              <a:rPr lang="en-US" altLang="ru-RU" sz="2400"/>
              <a:t> </a:t>
            </a:r>
            <a:r>
              <a:rPr lang="en-US" altLang="en-US" sz="2400"/>
              <a:t>сайта</a:t>
            </a:r>
            <a:r>
              <a:rPr lang="en-US" altLang="ru-RU" sz="2400"/>
              <a:t> 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добавление</a:t>
            </a:r>
            <a:r>
              <a:rPr lang="en-US" altLang="ru-RU" sz="2400"/>
              <a:t> </a:t>
            </a:r>
            <a:r>
              <a:rPr lang="en-US" altLang="en-US" sz="2400"/>
              <a:t>открыток</a:t>
            </a:r>
            <a:r>
              <a:rPr lang="en-US" altLang="ru-RU" sz="2400"/>
              <a:t> </a:t>
            </a:r>
            <a:endParaRPr lang="en-US" altLang="ru-RU" sz="2400"/>
          </a:p>
          <a:p>
            <a:pPr marL="0" indent="0">
              <a:buNone/>
            </a:pPr>
            <a:r>
              <a:rPr lang="en-US" altLang="ru-RU" sz="2400"/>
              <a:t>- </a:t>
            </a:r>
            <a:r>
              <a:rPr lang="en-US" altLang="en-US" sz="2400"/>
              <a:t>релиз</a:t>
            </a:r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sz="3200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Роли</a:t>
            </a:r>
            <a:endParaRPr lang="ru-RU" altLang="en-US" sz="3200" b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55980" y="1600200"/>
            <a:ext cx="10726420" cy="4526280"/>
          </a:xfrm>
        </p:spPr>
        <p:txBody>
          <a:bodyPr/>
          <a:p>
            <a:pPr marL="0" indent="0">
              <a:buNone/>
            </a:pPr>
            <a:r>
              <a:rPr lang="en-US" altLang="en-US" i="1">
                <a:solidFill>
                  <a:srgbClr val="73AFF9"/>
                </a:solidFill>
              </a:rPr>
              <a:t>Бузилова</a:t>
            </a:r>
            <a:r>
              <a:rPr lang="en-US" altLang="ru-RU" i="1">
                <a:solidFill>
                  <a:srgbClr val="73AFF9"/>
                </a:solidFill>
              </a:rPr>
              <a:t> </a:t>
            </a:r>
            <a:r>
              <a:rPr lang="en-US" altLang="en-US" i="1">
                <a:solidFill>
                  <a:srgbClr val="73AFF9"/>
                </a:solidFill>
              </a:rPr>
              <a:t>Дарья</a:t>
            </a:r>
            <a:r>
              <a:rPr lang="en-US" altLang="ru-RU"/>
              <a:t> – </a:t>
            </a:r>
            <a:r>
              <a:rPr lang="en-US" altLang="en-US"/>
              <a:t>бэкенд</a:t>
            </a:r>
            <a:r>
              <a:rPr lang="en-US" altLang="ru-RU"/>
              <a:t>-</a:t>
            </a:r>
            <a:r>
              <a:rPr lang="en-US" altLang="en-US"/>
              <a:t>разработчик</a:t>
            </a:r>
            <a:r>
              <a:rPr lang="en-US" altLang="ru-RU"/>
              <a:t>, </a:t>
            </a:r>
            <a:r>
              <a:rPr lang="en-US" altLang="en-US"/>
              <a:t>фронтенд</a:t>
            </a:r>
            <a:r>
              <a:rPr lang="en-US" altLang="ru-RU"/>
              <a:t>-</a:t>
            </a:r>
            <a:r>
              <a:rPr lang="en-US" altLang="en-US"/>
              <a:t>разработчик</a:t>
            </a:r>
            <a:r>
              <a:rPr lang="en-US" altLang="ru-RU"/>
              <a:t>, </a:t>
            </a:r>
            <a:r>
              <a:rPr lang="en-US" altLang="en-US"/>
              <a:t>тестировщик</a:t>
            </a:r>
            <a:r>
              <a:rPr lang="en-US" altLang="ru-RU"/>
              <a:t>, </a:t>
            </a:r>
            <a:r>
              <a:rPr lang="en-US" altLang="en-US"/>
              <a:t>аналитик</a:t>
            </a:r>
            <a:r>
              <a:rPr lang="en-US" altLang="ru-RU"/>
              <a:t>.</a:t>
            </a:r>
            <a:endParaRPr lang="en-US" altLang="ru-RU"/>
          </a:p>
          <a:p>
            <a:pPr marL="0" indent="0">
              <a:buNone/>
            </a:pPr>
            <a:r>
              <a:rPr lang="en-US" altLang="en-US" i="1">
                <a:solidFill>
                  <a:srgbClr val="73AFF9"/>
                </a:solidFill>
              </a:rPr>
              <a:t>Мохначев</a:t>
            </a:r>
            <a:r>
              <a:rPr lang="en-US" altLang="ru-RU" i="1">
                <a:solidFill>
                  <a:srgbClr val="73AFF9"/>
                </a:solidFill>
              </a:rPr>
              <a:t> </a:t>
            </a:r>
            <a:r>
              <a:rPr lang="en-US" altLang="en-US" i="1">
                <a:solidFill>
                  <a:srgbClr val="73AFF9"/>
                </a:solidFill>
              </a:rPr>
              <a:t>Дмитрий</a:t>
            </a:r>
            <a:r>
              <a:rPr lang="en-US" altLang="ru-RU"/>
              <a:t> - </a:t>
            </a:r>
            <a:r>
              <a:rPr lang="en-US" altLang="en-US"/>
              <a:t>бэкенд</a:t>
            </a:r>
            <a:r>
              <a:rPr lang="en-US" altLang="ru-RU"/>
              <a:t>-</a:t>
            </a:r>
            <a:r>
              <a:rPr lang="en-US" altLang="en-US"/>
              <a:t>разработчик</a:t>
            </a:r>
            <a:r>
              <a:rPr lang="en-US" altLang="ru-RU"/>
              <a:t>, </a:t>
            </a:r>
            <a:r>
              <a:rPr lang="en-US" altLang="en-US"/>
              <a:t>фронтенд</a:t>
            </a:r>
            <a:r>
              <a:rPr lang="en-US" altLang="ru-RU"/>
              <a:t>-</a:t>
            </a:r>
            <a:r>
              <a:rPr lang="en-US" altLang="en-US"/>
              <a:t>разработчик</a:t>
            </a:r>
            <a:r>
              <a:rPr lang="en-US" altLang="ru-RU"/>
              <a:t>, </a:t>
            </a:r>
            <a:r>
              <a:rPr lang="en-US" altLang="en-US"/>
              <a:t>тестировщик</a:t>
            </a:r>
            <a:r>
              <a:rPr lang="en-US" altLang="ru-RU"/>
              <a:t>.</a:t>
            </a:r>
            <a:endParaRPr lang="en-US" altLang="ru-RU"/>
          </a:p>
          <a:p>
            <a:pPr marL="0" indent="0">
              <a:buNone/>
            </a:pPr>
            <a:r>
              <a:rPr lang="en-US" altLang="en-US" i="1">
                <a:solidFill>
                  <a:srgbClr val="73AFF9"/>
                </a:solidFill>
              </a:rPr>
              <a:t>Трефилова</a:t>
            </a:r>
            <a:r>
              <a:rPr lang="en-US" altLang="ru-RU" i="1">
                <a:solidFill>
                  <a:srgbClr val="73AFF9"/>
                </a:solidFill>
              </a:rPr>
              <a:t> </a:t>
            </a:r>
            <a:r>
              <a:rPr lang="en-US" altLang="en-US" i="1">
                <a:solidFill>
                  <a:srgbClr val="73AFF9"/>
                </a:solidFill>
              </a:rPr>
              <a:t>Карина</a:t>
            </a:r>
            <a:r>
              <a:rPr lang="en-US" altLang="ru-RU"/>
              <a:t> - </a:t>
            </a:r>
            <a:r>
              <a:rPr lang="en-US" altLang="en-US"/>
              <a:t>бэкенд</a:t>
            </a:r>
            <a:r>
              <a:rPr lang="en-US" altLang="ru-RU"/>
              <a:t>-</a:t>
            </a:r>
            <a:r>
              <a:rPr lang="en-US" altLang="en-US"/>
              <a:t>разработчик</a:t>
            </a:r>
            <a:r>
              <a:rPr lang="en-US" altLang="ru-RU"/>
              <a:t>, </a:t>
            </a:r>
            <a:r>
              <a:rPr lang="en-US" altLang="en-US"/>
              <a:t>фронтенд</a:t>
            </a:r>
            <a:r>
              <a:rPr lang="en-US" altLang="ru-RU"/>
              <a:t>-</a:t>
            </a:r>
            <a:r>
              <a:rPr lang="en-US" altLang="en-US"/>
              <a:t>разработчик</a:t>
            </a:r>
            <a:r>
              <a:rPr lang="en-US" altLang="ru-RU"/>
              <a:t>, </a:t>
            </a:r>
            <a:r>
              <a:rPr lang="en-US" altLang="en-US"/>
              <a:t>аналитик</a:t>
            </a:r>
            <a:r>
              <a:rPr lang="en-US" altLang="ru-RU"/>
              <a:t>,  </a:t>
            </a:r>
            <a:r>
              <a:rPr lang="en-US" altLang="en-US"/>
              <a:t>дизайнер</a:t>
            </a:r>
            <a:r>
              <a:rPr lang="en-US" altLang="ru-RU"/>
              <a:t>, </a:t>
            </a:r>
            <a:r>
              <a:rPr lang="en-US" altLang="en-US"/>
              <a:t>менеджер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2395"/>
            <a:ext cx="10972800" cy="828040"/>
          </a:xfrm>
        </p:spPr>
        <p:txBody>
          <a:bodyPr/>
          <a:p>
            <a:r>
              <a:rPr lang="ru-RU" altLang="en-US" sz="3200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Диаграмма Гантта</a:t>
            </a:r>
            <a:endParaRPr lang="ru-RU" altLang="en-US" sz="3200" b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Замещающее содержимое 4" descr="Диаграмма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2505" y="1045210"/>
            <a:ext cx="10144125" cy="5708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4930"/>
            <a:ext cx="10972800" cy="845820"/>
          </a:xfrm>
        </p:spPr>
        <p:txBody>
          <a:bodyPr/>
          <a:p>
            <a:r>
              <a:rPr lang="en-US" altLang="en-US">
                <a:sym typeface="+mn-ea"/>
              </a:rPr>
              <a:t>Страница</a:t>
            </a:r>
            <a:r>
              <a:rPr lang="en-US" altLang="ru-RU">
                <a:sym typeface="+mn-ea"/>
              </a:rPr>
              <a:t> 1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977900"/>
            <a:ext cx="10972800" cy="1038860"/>
          </a:xfrm>
        </p:spPr>
        <p:txBody>
          <a:bodyPr/>
          <a:p>
            <a:pPr marL="0" indent="0">
              <a:buNone/>
            </a:pPr>
            <a:r>
              <a:rPr lang="en-US" altLang="ru-RU">
                <a:sym typeface="+mn-ea"/>
              </a:rPr>
              <a:t> </a:t>
            </a:r>
            <a:endParaRPr lang="ru-RU" altLang="en-US"/>
          </a:p>
          <a:p>
            <a:endParaRPr lang="en-US" altLang="ru-RU"/>
          </a:p>
        </p:txBody>
      </p:sp>
      <p:pic>
        <p:nvPicPr>
          <p:cNvPr id="4" name="Изображение 3" descr="1 стр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405" y="815340"/>
            <a:ext cx="7483475" cy="5889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5405"/>
            <a:ext cx="10972800" cy="635000"/>
          </a:xfrm>
        </p:spPr>
        <p:txBody>
          <a:bodyPr/>
          <a:p>
            <a:r>
              <a:rPr lang="ru-RU" altLang="en-US"/>
              <a:t>Страница 2</a:t>
            </a:r>
            <a:endParaRPr lang="ru-RU" altLang="en-US"/>
          </a:p>
        </p:txBody>
      </p:sp>
      <p:pic>
        <p:nvPicPr>
          <p:cNvPr id="8" name="Замещающее содержимое 7" descr="слайдер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4725" y="700405"/>
            <a:ext cx="10607675" cy="598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22555"/>
            <a:ext cx="10972800" cy="692785"/>
          </a:xfrm>
        </p:spPr>
        <p:txBody>
          <a:bodyPr/>
          <a:p>
            <a:r>
              <a:rPr lang="ru-RU" altLang="en-US"/>
              <a:t>Страница 3</a:t>
            </a:r>
            <a:endParaRPr lang="ru-RU" altLang="en-US"/>
          </a:p>
        </p:txBody>
      </p:sp>
      <p:pic>
        <p:nvPicPr>
          <p:cNvPr id="4" name="Замещающее содержимое 3" descr="вся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1680" y="815340"/>
            <a:ext cx="10675620" cy="6007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4445" y="-2981325"/>
            <a:ext cx="313055" cy="397510"/>
          </a:xfrm>
        </p:spPr>
        <p:txBody>
          <a:bodyPr/>
          <a:p>
            <a:r>
              <a:rPr lang="ru-RU" altLang="en-US"/>
              <a:t>..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WPS Presentation</Application>
  <PresentationFormat>宽屏</PresentationFormat>
  <Paragraphs>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Bahnschrift Condensed</vt:lpstr>
      <vt:lpstr>Verdana</vt:lpstr>
      <vt:lpstr>1_Default Design</vt:lpstr>
      <vt:lpstr>Создание сайта “Онлайн конструктор открыток”</vt:lpstr>
      <vt:lpstr>Цель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Дарья Бузилова</cp:lastModifiedBy>
  <cp:revision>6</cp:revision>
  <dcterms:created xsi:type="dcterms:W3CDTF">2025-07-23T00:59:00Z</dcterms:created>
  <dcterms:modified xsi:type="dcterms:W3CDTF">2026-01-13T18:38:16Z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3F6D4447C57C4FC691E0EA3449327B97_13</vt:lpwstr>
  </property>
</Properties>
</file>